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OTA Watchdog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85216" y="11704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Operations Command Center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" y="1737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OTA monitoring that senses vendor deterioration, reasons over deterministic evidence, and produces an evidence-safe operational brief.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5216" y="2834640"/>
            <a:ext cx="1783080" cy="310896"/>
          </a:xfrm>
          <a:prstGeom prst="roundRect">
            <a:avLst>
              <a:gd name="adj" fmla="val 264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03220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SENSE → REASON → ACT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542032" y="2834640"/>
            <a:ext cx="102412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2616" y="29032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254 tests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721608" y="2834640"/>
            <a:ext cx="13441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9032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63b06ef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532120" y="576072"/>
            <a:ext cx="6355080" cy="5440680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/mnt/data/cov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694944"/>
            <a:ext cx="6126480" cy="51937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" y="5321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first. Claude second.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5216" y="5687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never decides the threshold crossing; it explains verified evidence only.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Transport metrics arrive without operational context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Managers need to know not just “what is OTA?”, but which vendor deteriorated, compared with what baseline, and what evidence supports action.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report assembly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Month-over-month context missing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escalation lacks evidence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risk if facts are generated late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3950208"/>
            <a:ext cx="2651760" cy="987552"/>
          </a:xfrm>
          <a:prstGeom prst="roundRect">
            <a:avLst>
              <a:gd name="adj" fmla="val 12963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950208"/>
            <a:ext cx="45720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873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GAP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metric alone does not tell the manager what to inspect next.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65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experience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3957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automatically runs the selected analysis window and produces a structured, auditable vendor alert feed.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17720" y="3493008"/>
            <a:ext cx="135331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36576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DETERIORATION RULE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82312" y="387705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&gt;5 pts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82312" y="418795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threshold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153912" y="3493008"/>
            <a:ext cx="1234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365760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 GATE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18504" y="3877056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18504" y="418795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trips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138160" y="1517904"/>
            <a:ext cx="3429000" cy="3749040"/>
          </a:xfrm>
          <a:prstGeom prst="roundRect">
            <a:avLst>
              <a:gd name="adj" fmla="val 4000"/>
            </a:avLst>
          </a:prstGeom>
          <a:solidFill>
            <a:srgbClr val="0B1222"/>
          </a:solidFill>
          <a:ln w="12700">
            <a:solidFill>
              <a:srgbClr val="0B122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58200" y="235915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E5E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manager sees the operational decision immediately: attention required, no material deterioration, or inspect the evidence.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458200" y="3776472"/>
            <a:ext cx="1463040" cy="310896"/>
          </a:xfrm>
          <a:prstGeom prst="roundRect">
            <a:avLst>
              <a:gd name="adj" fmla="val 26471"/>
            </a:avLst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384505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root-cause claims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040112" y="3776472"/>
            <a:ext cx="1417320" cy="310896"/>
          </a:xfrm>
          <a:prstGeom prst="roundRect">
            <a:avLst>
              <a:gd name="adj" fmla="val 26471"/>
            </a:avLst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0696" y="3845052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fabricated numbers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 Watchdog · MoveInSync hackathon demo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11475720" y="64922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repeatable agent cycle: Sense → Reason → 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 makes the agent’s behavior visible while keeping all calculations deterministic.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85800" y="1865376"/>
            <a:ext cx="324612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665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15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ride evidence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35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and normalize May–June–July ride data.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27797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34840" y="1865376"/>
            <a:ext cx="324612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665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8348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615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OTA + volume + fleet context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035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eligible vendors, fleet movement, and threshold crossings.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18120" y="27797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83880" y="1865376"/>
            <a:ext cx="3246120" cy="2057400"/>
          </a:xfrm>
          <a:prstGeom prst="roundRect">
            <a:avLst>
              <a:gd name="adj" fmla="val 71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0665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3252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615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Evidence-backed alerts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035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Materialize alert candidates and generate a safe operational brief.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43000" y="4645152"/>
            <a:ext cx="9875520" cy="987552"/>
          </a:xfrm>
          <a:prstGeom prst="roundRect">
            <a:avLst>
              <a:gd name="adj" fmla="val 12963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4645152"/>
            <a:ext cx="45720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07592" y="4782312"/>
            <a:ext cx="954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 BUILT INTO THE PRODUCT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307592" y="5038344"/>
            <a:ext cx="9546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receives structured evidence after the decision is final; unsafe or unsupported narrative text fails closed to a deterministic fallback.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 Watchdog · MoveInSync hackathon demo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1475720" y="64922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 → June: attention required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watchdog detects material vendor deterioration and immediately gives the manager a prioritized evidence feed.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21792" y="1746504"/>
            <a:ext cx="7708392" cy="3895344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6" name="Image 0" descr="/mnt/data/may_ap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7635240" cy="3822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719072"/>
            <a:ext cx="2834640" cy="987552"/>
          </a:xfrm>
          <a:prstGeom prst="roundRect">
            <a:avLst>
              <a:gd name="adj" fmla="val 12963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41080" y="1719072"/>
            <a:ext cx="45720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05672" y="18562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805672" y="2112264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of 21 eligible vendors crossed the configured &gt;5 percentage-point threshold.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8641080" y="2999232"/>
            <a:ext cx="1280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05672" y="316382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ELIGIBLE VENDORS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05672" y="33832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805672" y="369417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cohort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10104120" y="2999232"/>
            <a:ext cx="1234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68712" y="316382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268712" y="338328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0268712" y="369417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641080" y="420624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05672" y="4370832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FLEET OTA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805672" y="45902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46.98% → 41.14%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805672" y="490118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5.84 pts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 Watchdog · MoveInSync hackathon demo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1475720" y="64922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June → July: no false-positive alerting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engine can produce a clear zero-alert state when no eligible vendor crosses the deterioration threshold.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21792" y="1746504"/>
            <a:ext cx="779983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6" name="Image 0" descr="/mnt/data/june_ap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772668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1719072"/>
            <a:ext cx="2743200" cy="987552"/>
          </a:xfrm>
          <a:prstGeom prst="roundRect">
            <a:avLst>
              <a:gd name="adj" fmla="val 12963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32520" y="1719072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7112" y="18562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OUTCOME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897112" y="2112264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eligible vendor crossed the configured &gt;5 percentage-point deterioration threshold.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8732520" y="3017520"/>
            <a:ext cx="267004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97112" y="31821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DETERIORATION ALERTS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97112" y="340156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897112" y="371246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vendor alerts generated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732520" y="4233672"/>
            <a:ext cx="267004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97112" y="439826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FLEET OTA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897112" y="46177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41.14% → 46.13%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897112" y="492861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4.99 pts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 Watchdog · MoveInSync hackathon demo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1475720" y="64922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EVIDENCE-SAFE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12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evidence decides; Claude explains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modal makes the boundary visible: left side is computed evidence, right side is the operational brief.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493776" y="1828800"/>
            <a:ext cx="7662672" cy="3867912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6" name="Image 0" descr="/mnt/data/modal_top_ap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65376"/>
            <a:ext cx="758952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700784"/>
            <a:ext cx="3090672" cy="987552"/>
          </a:xfrm>
          <a:prstGeom prst="roundRect">
            <a:avLst>
              <a:gd name="adj" fmla="val 12963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0" y="1700784"/>
            <a:ext cx="45720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7072" y="18379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ENGINE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577072" y="209397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OTA, current OTA, threshold crossings, fleet context, delay labels and policy are computed before the LLM runs.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8412480" y="2971800"/>
            <a:ext cx="3090672" cy="987552"/>
          </a:xfrm>
          <a:prstGeom prst="roundRect">
            <a:avLst>
              <a:gd name="adj" fmla="val 12963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0" y="2971800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310896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ROLE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577072" y="3364992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evidence only. It cannot alter OTA, invent numbers, infer root cause, or decide whether an alert exists.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412480" y="4242816"/>
            <a:ext cx="3090672" cy="987552"/>
          </a:xfrm>
          <a:prstGeom prst="roundRect">
            <a:avLst>
              <a:gd name="adj" fmla="val 12963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4242816"/>
            <a:ext cx="45720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77072" y="4379976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 CLOSED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577072" y="463600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612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wording or unsupported numeric values automatically fall back to a deterministic brief.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 Watchdog · MoveInSync hackathon demo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1475720" y="64922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607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 for judge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1225296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C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end-to-end MVP: deterministic analytics, command-center UI, Bedrock narrative generation, and fail-closed evidence validation.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233172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331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86968" y="2743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MILESTONES COMPLETED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3429000" y="2176272"/>
            <a:ext cx="233172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2331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30168" y="2743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TESTS PASSED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85800" y="3438144"/>
            <a:ext cx="233172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5935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6968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UNSAFE-LANGUAGE PATTERNS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429000" y="3438144"/>
            <a:ext cx="233172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35935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63b06ef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0168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07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COMMITTED BASELINE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92240" y="658368"/>
            <a:ext cx="5074920" cy="5358384"/>
          </a:xfrm>
          <a:prstGeom prst="roundRect">
            <a:avLst>
              <a:gd name="adj" fmla="val 28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0" descr="/mnt/data/modalbottom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777240"/>
            <a:ext cx="4828032" cy="510235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" y="4983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5800" y="534009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Show May → June attention state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C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Meera evidence modal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C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Switch to June → July zero-alert proof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5800" y="62727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github.com/BackendArchitectX/MoveInSync-App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 Watchdog — Transport Operations Command Center</dc:title>
  <dc:subject>OTA Watchdog pitch deck</dc:subject>
  <dc:creator>OpenAI</dc:creator>
  <cp:lastModifiedBy>OpenAI</cp:lastModifiedBy>
  <cp:revision>1</cp:revision>
  <dcterms:created xsi:type="dcterms:W3CDTF">2026-09-16T20:46:36Z</dcterms:created>
  <dcterms:modified xsi:type="dcterms:W3CDTF">2026-09-16T20:46:36Z</dcterms:modified>
</cp:coreProperties>
</file>